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FBZ Dataset Processing.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The problem.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OOP foundations.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SOLID in the application.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Clean coding.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Data structures + algorithms.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Creational design.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Structural design.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Behavioural design.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Real dataset validation.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Automated testing.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Evaluation + conclusion. Explain the main points on screen using a concrete FBZ example. Relate the design decision back to the assignment criterion and the implemented code. Keep delivery within roughly 45–55 seconds for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FBZ Dataset Processing</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Unit 20 — Applied Programming and Design Principles
SOLID, OOP, design patterns and automated testing</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The problem</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Fantasy Bazaar needs a maintainable encyclopedia for the British Library Comics Unmasked metadata.
The application must search, filter, group, sort, save an in-memory search list and report popular searches.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OOP foundations</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Encapsulation → Comic domain objects
Abstraction → repository and strategy contracts
Polymorphism → interchangeable search algorithms
Inheritance → purposeful abstract contracts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3/12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SOLID in the application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S — one responsibility per major class
O — extend via new SearchStrategy implementations
L — concrete strategies satisfy the same contract
I — small focused interfaces
D — services depend on ComicRepository abstraction</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4/12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Clean coding</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Explicit names and type hints
Immutable domain model
CSV I/O isolated from business logic
Validation at the input boundary
Deterministic search/sort operations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Data structures + algorithms</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In-memory tuple of Comic objects
Linear search: O(n)
Alphabetical sort: O(n log n)
Counter-style frequency aggregation
Aggregation by BL record ID solves repeated facet rows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Creational design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Simple Factory: SearchStrategyFactory
Centralises construction of concrete search behaviours.
This is intentionally documented as a simple factory, not incorrectly labelled the formal GoF Factory Method.</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Structural design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Repository abstraction
CSV repository handles source I/O while services remain storage-agnostic.
An XML repository adapter is also included for future Phase 2 sources.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Behavioural design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Strategy pattern
Title, Author, Genre and Year search algorithms implement one common contract.
A new strategy can be added without rewriting the service.</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Real dataset validation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Five official CSV views loaded successfully.
records.csv: 57,746 rows
names.csv: 117,873 rows
titles.csv: 77,280 rows
topics.csv: 77,919 rows
classification.csv: 57,844 rows
Aggregated names view: 54,147 unique BL records.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Automated testing</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26 automated tests currently pass.
Unit + integration + CLI/end-to-end + real-data acceptance
Real genre records: Fantasy 4,793; Horror 1,929; Science Fiction 9,356.
Coverage is used as a diagnostic, not proof of correctness.</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685800"/>
          </a:xfrm>
          <a:prstGeom prst="rect">
            <a:avLst/>
          </a:prstGeom>
          <a:noFill/>
        </p:spPr>
        <p:txBody>
          <a:bodyPr wrap="none">
            <a:spAutoFit/>
          </a:bodyPr>
          <a:lstStyle/>
          <a:p>
            <a:r>
              <a:rPr sz="2800" b="1">
                <a:solidFill>
                  <a:srgbClr val="19232D"/>
                </a:solidFill>
              </a:rPr>
              <a:t>Evaluation + conclusion</a:t>
            </a:r>
          </a:p>
        </p:txBody>
      </p:sp>
      <p:sp>
        <p:nvSpPr>
          <p:cNvPr id="3" name="Rounded Rectangle 2"/>
          <p:cNvSpPr/>
          <p:nvPr/>
        </p:nvSpPr>
        <p:spPr>
          <a:xfrm>
            <a:off x="685800" y="1417320"/>
            <a:ext cx="10835640" cy="4434840"/>
          </a:xfrm>
          <a:prstGeom prst="roundRect">
            <a:avLst/>
          </a:prstGeom>
          <a:solidFill>
            <a:srgbClr val="F5F7FA"/>
          </a:solidFill>
          <a:ln>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200" b="0">
                <a:solidFill>
                  <a:srgbClr val="19232D"/>
                </a:solidFill>
              </a:rPr>
              <a:t>SOLID improves change isolation and testability but adds abstraction overhead.
Patterns are valuable when they address real variation.
Automation reduces regression risk but must be maintained.
The final design is traceable from requirement → class → implementation → test → evidence.</a:t>
            </a:r>
          </a:p>
        </p:txBody>
      </p:sp>
      <p:sp>
        <p:nvSpPr>
          <p:cNvPr id="4" name="TextBox 3"/>
          <p:cNvSpPr txBox="1"/>
          <p:nvPr/>
        </p:nvSpPr>
        <p:spPr>
          <a:xfrm>
            <a:off x="685800" y="6217920"/>
            <a:ext cx="10789920" cy="320040"/>
          </a:xfrm>
          <a:prstGeom prst="rect">
            <a:avLst/>
          </a:prstGeom>
          <a:noFill/>
        </p:spPr>
        <p:txBody>
          <a:bodyPr wrap="none">
            <a:spAutoFit/>
          </a:bodyPr>
          <a:lstStyle/>
          <a:p>
            <a:r>
              <a:rPr sz="1000">
                <a:solidFill>
                  <a:srgbClr val="646E78"/>
                </a:solidFill>
              </a:rPr>
              <a:t>Unit 20 • FBZ • Slide 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